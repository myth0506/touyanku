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5" d="100"/>
          <a:sy n="115" d="100"/>
        </p:scale>
        <p:origin x="27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DA775D-2F6A-81D4-2FF6-242ED5A65A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2E15F06-4F29-EEEE-8AB8-75A0D609EB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AE4BB0-E1F3-651B-9BC7-CE37536E5A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F35581-6763-4174-9EED-CDF843B8BA93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D2DDBC-9A56-64D5-BA84-EA258DF455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3ED608-BC9D-8D94-162C-08A7B7A22E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3446E-4E08-4FF1-870F-1FBE99BE25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37535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D8CF53-C1FA-7006-B879-A7D316B079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4B91CB-4648-33F7-991D-6E76FC4636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6E95E8-074A-4075-0A31-9D842F35A1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F35581-6763-4174-9EED-CDF843B8BA93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D72FD1-FF21-26F9-1BFE-B0B5293A6C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D906AC-4949-B3FE-D9DC-05E7F984CC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3446E-4E08-4FF1-870F-1FBE99BE25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02655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539079-9DCB-5B6A-4FB5-1D56DA4E32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F599A4-10A4-DE2D-2F18-F0B8CDC893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45F8E6-B380-F0DA-DDF6-87EB85AAF4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F35581-6763-4174-9EED-CDF843B8BA93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F26FB0-5064-0B80-3F65-D8C5953066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432191-645F-F5C3-78E2-FB41E992ED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3446E-4E08-4FF1-870F-1FBE99BE25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98809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07E78A-C5B1-8B86-E775-597AADDCC8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1E9F57-8BD1-7979-EE39-6533D54272C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417F63-F7C8-55D3-019B-91BF335DFA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C6EA61-317F-82A4-92A6-752D0494B5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F35581-6763-4174-9EED-CDF843B8BA93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6D7F30-9D33-136F-3B2C-104AB68E17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137643-BF27-D07B-E4AA-1C8D3AD2B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3446E-4E08-4FF1-870F-1FBE99BE25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19940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9F59FD-CFDF-9F53-5964-AF670F2F4A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09093C-C5FE-B82D-249D-03507894B7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8F68D7-7CDA-9C33-A9C3-8B72106CD0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B4DC1D8-98C0-4692-6DFB-97431773235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1B0CEFD-5384-CD5A-F80E-297A821EABB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09D8B64-5835-5BFD-E064-9BCC067210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F35581-6763-4174-9EED-CDF843B8BA93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9718970-699C-E3FA-AB6A-5BEBDD347D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4C131D4-EC51-AAEF-358D-B5C8F24159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3446E-4E08-4FF1-870F-1FBE99BE25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62312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E95C7E-1586-D7AE-F7EF-C373FC4FB6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8BB5341-D1E4-63AE-6082-CF1F4D50A5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F35581-6763-4174-9EED-CDF843B8BA93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AAE74FA-A891-05A6-E865-15382C2AE0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0CFA81-4894-7E55-8BF7-D8962D81FF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3446E-4E08-4FF1-870F-1FBE99BE25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74721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26A58A-87AE-808D-A438-51CA07ADEE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F35581-6763-4174-9EED-CDF843B8BA93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4657B8C-446B-DC5F-4792-D66A17D098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CE5E17-DA5C-9FA9-4190-DCF037DDF6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3446E-4E08-4FF1-870F-1FBE99BE25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52769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EAB2C4-F71A-2E35-BFE1-0FE9EDC14D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94AC0B-9014-EC98-EA0B-05D63031A7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F8D4A3-FD4F-A62A-0ECA-964823B426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FDCB66-F7F2-B2A1-6528-17111E80EE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F35581-6763-4174-9EED-CDF843B8BA93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3B0D3B-6835-0C33-529E-38A08DEA9A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99B292-A614-845A-6878-B56E55457E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3446E-4E08-4FF1-870F-1FBE99BE25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75636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599B93-5084-4FF8-93C9-A71794B1E7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18604F-A647-A938-3AC9-0F52EAA64C0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47A327-ED98-EC4B-742C-3CC0D56C20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7FEDB6-3FD2-6F88-CD15-6EB627B0B2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F35581-6763-4174-9EED-CDF843B8BA93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8EB777-0D30-9A55-4DB7-26195B2BE5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27BC0C-C187-FD44-3B11-590C21E111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3446E-4E08-4FF1-870F-1FBE99BE25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7311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1C4392-7DA0-F1D5-4CB8-BA1C460E0E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AD92ACD-907F-0BB2-395E-1F376C9738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1C5AF8-6F64-DBB1-0901-491E21CA59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F35581-6763-4174-9EED-CDF843B8BA93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F0A32A-F81E-BD72-9A47-DBD48F2FC6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76203E-3F68-3936-255C-5034706085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3446E-4E08-4FF1-870F-1FBE99BE25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48462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0706236-ABA5-222D-7F35-60B99ED57BA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18152D6-C0C4-6584-BF80-48032041D0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70AD0B-9D92-DCB0-2BB4-D8E64358CE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F35581-6763-4174-9EED-CDF843B8BA93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4A8566-38D8-9B60-4098-55C4D8FA3C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0FE92C-FE54-3B0D-1F05-BEB1C3CAEB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3446E-4E08-4FF1-870F-1FBE99BE25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77215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A15B411-9A50-1CCE-86C0-8D019D0D36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62DBA2-CAFE-AF1E-7336-10D306B40A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B680F4-AB21-DEAA-66C2-A0473E177F4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F35581-6763-4174-9EED-CDF843B8BA93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4CB17E-F46B-77BC-E9D3-1ADE705ECAC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6C02AB-2E6C-6FFB-BA08-A121918FA9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243446E-4E08-4FF1-870F-1FBE99BE25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85938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5AF5E70-BCA4-EFDF-D9DF-295DED0E35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57723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DCA6361-79A4-1B9B-DD4A-ED7B1D920A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66163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0C7995-0F60-FCBD-86EC-96D3CB73F0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F18C3A4-0E57-6536-7EF1-8A2203BDB8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26673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5A550E-46EB-70F7-204A-40ECFFD9CD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B9E5B22-929A-100E-1A4B-9E53345CCC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43577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5FF4AB-B349-4D0A-B83E-945CAF5C37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AEBFD44-0ED5-D831-586E-2E18BD988D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76400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F1732C-68A6-5E7A-5BED-53832C225B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CB34F03-2B6E-DC54-354C-3CE6DD7DCB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04124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341AC6-AEB8-16BF-D4EF-A1A80525ED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62FA33A-4656-3541-3241-4F84302196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82337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06CB83-25C5-F6B4-4E32-94A7400CA5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F2229C1-C035-ECFD-E7C8-B3CC2AA869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92011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802524-E9FB-0F27-9605-4915DBA30A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EE4833B-DC02-2C20-F14E-02C1855907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74450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210F27-5846-8BF0-F6EC-2776D50E44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57FF032-4F64-2BF5-DBA5-BD3AF6DED2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81283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BF1507-080D-F116-C59E-C92C0E1855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68549B0-A323-4F91-6749-59FCD46837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09648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191275-5BF4-B528-53C2-7C9C96926F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9B68D4A-7407-FB6D-311E-C56F8A195A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8218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C2FEF5-E188-0B39-E6DD-1237C2DE85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8D0E0B1-963F-0509-DD8D-96DF6526C5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24746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BB27BF-595A-33D3-8780-C5AD2633A3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A358E94-8E32-E892-E058-AB396647B2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45014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833249-8B87-AE5E-7D31-C7929C9452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51786B4-C767-AE19-40FE-04654BC71F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37537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DE4DEB1-0119-D874-98D7-AD95E902BC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685705A-615A-5EE3-963B-836B2B5EA46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00605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608C48-A2FC-9224-CACF-F5A5ED6C33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FB568AA-3242-4185-C4C0-9802F1B722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051793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23787F-4EA1-89C0-4F3B-FF4FFC795F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FC14DB1-26FF-7A04-55AD-8A01CA33B7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204989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207711-4C19-600C-459B-0B66668C83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42EB4A5-3CBC-9766-DC6D-56A0B41B88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150249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3585F9-A483-FC2A-D99D-E0651A4813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E7C2212-C692-C633-7C3C-88707ED6E6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556238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7650D5-CE9F-AEE4-CCCE-00A4FDDD9B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D8BB922-CD36-4010-0A5F-72907EFCD3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242079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764C04-C482-DE43-20D7-F3CFC0E26F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A13FB2A-81BC-8CAF-7D9F-3DD992A1EA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52140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87867195-f2b8-4ac2-b0b6-6bb73cb33afc}" enabled="1" method="Privilege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2026-04-28T23:57:02Z</dcterms:created>
  <dcterms:modified xsi:type="dcterms:W3CDTF">2026-04-28T23:57:21Z</dcterms:modified>
</cp:coreProperties>
</file>