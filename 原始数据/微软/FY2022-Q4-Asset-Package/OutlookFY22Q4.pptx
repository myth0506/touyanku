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AF2A13-155E-415B-A097-6EA0FCFCF4CD}" v="2" dt="2022-07-26T02:18:04.5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5/10/relationships/revisionInfo" Target="revisionInfo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E365F-952A-028C-AF9A-2C8F83F570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0C9C2E-599E-2B65-BAA5-7CE849F159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CCF21-A330-D1CC-F418-69B2F4D69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D51DC-C0BA-4F3E-9D9D-749C3C46E453}" type="datetimeFigureOut">
              <a:rPr lang="en-US" smtClean="0"/>
              <a:t>7/25/2022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F3BCB-2BE1-4AC5-AB38-202929A59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FEB57-FF9E-3910-DC90-16D19E9C7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6191A-DBB6-4322-B584-3704BACCA9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822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E6E44-6B88-937C-5A83-FDF6FDB41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A88C-016A-0A66-9DD1-F527CD7E9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2E046-A0A4-D3BB-2D57-84389DD37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D51DC-C0BA-4F3E-9D9D-749C3C46E453}" type="datetimeFigureOut">
              <a:rPr lang="en-US" smtClean="0"/>
              <a:t>7/25/2022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27563-DE60-6F66-BC24-DE644446A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AFC72-3218-1B90-B9A8-192ECDA27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6191A-DBB6-4322-B584-3704BACCA9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606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5BC69-9609-ABD0-3DA9-F02CC7F91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2262C4-322C-516C-A362-02F1D48E1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BCC92-6EAA-C0DC-AD0A-C266123E8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D51DC-C0BA-4F3E-9D9D-749C3C46E453}" type="datetimeFigureOut">
              <a:rPr lang="en-US" smtClean="0"/>
              <a:t>7/25/2022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322C6-F523-893B-39EC-9E32E6D70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25962-7623-9AE6-C6C5-C7527E7CF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6191A-DBB6-4322-B584-3704BACCA9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579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8282B-CD78-5879-3F25-A1E5D4E1F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72CC1-901E-C7C8-36B4-44C1BD25DD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BF39B9-DAB4-AACB-61A5-12AF9C9D26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650BA8-4211-C36C-C3EA-AA9E9BC18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D51DC-C0BA-4F3E-9D9D-749C3C46E453}" type="datetimeFigureOut">
              <a:rPr lang="en-US" smtClean="0"/>
              <a:t>7/25/2022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FB1A05-3F33-CEE5-AE09-B1A006C73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F7B751-EFCD-E9C3-596C-765E5D98E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6191A-DBB6-4322-B584-3704BACCA9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0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CE838-D64B-6543-B720-364B78C7B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1F7EC4-C332-F40E-F374-36A5EC579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CE6E40-44B9-1B40-B336-6F8C1C73F8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98767F-4CFC-1C74-5D98-1C9A9F484D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5282E1-2656-0E16-EF1E-1B7C854382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5A8B1D-04EC-1391-9A76-B46AD4C9C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D51DC-C0BA-4F3E-9D9D-749C3C46E453}" type="datetimeFigureOut">
              <a:rPr lang="en-US" smtClean="0"/>
              <a:t>7/25/2022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E05985-8637-A8DC-291D-BBF2EFCD6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9FE66A-A04C-3FAC-EA39-4ED0C5709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6191A-DBB6-4322-B584-3704BACCA9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620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D64B3-CE0C-A48F-88C6-664C47431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905A9A-31EA-854C-BEEB-95F15020B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D51DC-C0BA-4F3E-9D9D-749C3C46E453}" type="datetimeFigureOut">
              <a:rPr lang="en-US" smtClean="0"/>
              <a:t>7/25/2022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AD6C05-FFF9-E920-048B-31099DD16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797B76-8E9C-7526-9418-96E366AED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6191A-DBB6-4322-B584-3704BACCA9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99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C02A93-B4AB-34FF-22C6-C1780EFCC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D51DC-C0BA-4F3E-9D9D-749C3C46E453}" type="datetimeFigureOut">
              <a:rPr lang="en-US" smtClean="0"/>
              <a:t>7/25/2022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D3DA79-8F30-78CD-89CB-84E2D7661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45C3A7-1736-CB6F-E877-7A4106D80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6191A-DBB6-4322-B584-3704BACCA9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767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292C7-B886-7B1D-C3E8-87F4BEB41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662E0-2A11-D1B9-073A-7E87CE95D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07D5B3-AAF2-B00E-F133-4F79FE4FF3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2E8259-ACC1-88E5-0615-577F8B3A8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D51DC-C0BA-4F3E-9D9D-749C3C46E453}" type="datetimeFigureOut">
              <a:rPr lang="en-US" smtClean="0"/>
              <a:t>7/25/2022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BC29E8-C8B0-CF19-659A-3FA3098E2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98754B-5A69-94BB-47AB-30FE184CD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6191A-DBB6-4322-B584-3704BACCA9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03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7F30A-9F48-642F-125E-2D21EEA2A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B83DED-1C0B-2645-9D21-8F44CF95A4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548D09-5581-CA49-C51C-435D3F6800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6C31F6-7CAD-E7DE-721F-33AA7570D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D51DC-C0BA-4F3E-9D9D-749C3C46E453}" type="datetimeFigureOut">
              <a:rPr lang="en-US" smtClean="0"/>
              <a:t>7/25/2022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1F7258-3551-087A-0B63-9D9C01A57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CCC77E-96E6-C1F5-E15E-729C153A9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6191A-DBB6-4322-B584-3704BACCA9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642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ED4D2-7879-8AEA-18F7-2E5C4D5A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BE3671-EC37-845C-DC32-A5D0CE116F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D3678-1D31-A983-0A6D-0DC545DB2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D51DC-C0BA-4F3E-9D9D-749C3C46E453}" type="datetimeFigureOut">
              <a:rPr lang="en-US" smtClean="0"/>
              <a:t>7/25/2022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A2E18-81B1-C9E4-C0B9-6FB1BE624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B45D8-EA90-B1EF-496C-232494939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6191A-DBB6-4322-B584-3704BACCA9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911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7C8303-4FAA-B458-7F01-180495A605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06C125-2610-6A95-F865-92492779A1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C38B1-89BA-8FC4-92FA-6E6C99062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D51DC-C0BA-4F3E-9D9D-749C3C46E453}" type="datetimeFigureOut">
              <a:rPr lang="en-US" smtClean="0"/>
              <a:t>7/25/2022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68D837-DC87-28FB-E9B4-354F993CC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6CC3C-1FE3-525A-7CCB-DFF916111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6191A-DBB6-4322-B584-3704BACCA9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658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65F79C-4E2B-468B-135F-2D23A18EF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D3F3D-FA31-81D5-B858-951E935F5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A71C9-D1B3-FA1A-6BFF-A10AD10D06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AD51DC-C0BA-4F3E-9D9D-749C3C46E453}" type="datetimeFigureOut">
              <a:rPr lang="en-US" smtClean="0"/>
              <a:t>7/25/2022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438E62-ADE7-D2D4-7137-0627C6E4F3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FCC63-2372-827B-2D6F-22695986DB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D6191A-DBB6-4322-B584-3704BACCA9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12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F013A6-3CBD-CB9F-A36C-D6A1A1670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377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548309-FB2F-5F58-9D71-98285E9AB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651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158557-1F6B-FEC1-51DE-1BDC8B55B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875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36B931-2B1B-F654-D3A7-1727DBE1A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756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9141B7-0204-EDF4-3C8B-32713313F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715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0C8AE8-21EB-39BF-9654-0BF4B8F5B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914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838A57-4DCB-D994-7EA3-8E3695785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274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B01B53-20D5-4BFA-B349-784B48819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794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70022E-7852-F08B-6172-E5EDCC46F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114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BF71E80EF1484F960F50069F74B76C" ma:contentTypeVersion="3" ma:contentTypeDescription="Create a new document." ma:contentTypeScope="" ma:versionID="a437bf1d6256eff9d31311c2d4c87a92">
  <xsd:schema xmlns:xsd="http://www.w3.org/2001/XMLSchema" xmlns:xs="http://www.w3.org/2001/XMLSchema" xmlns:p="http://schemas.microsoft.com/office/2006/metadata/properties" xmlns:ns2="9e68d6a8-aebf-4cc8-b208-1b4f81511644" targetNamespace="http://schemas.microsoft.com/office/2006/metadata/properties" ma:root="true" ma:fieldsID="9a3311baeffd815f4f26d9592d1741f5" ns2:_="">
    <xsd:import namespace="9e68d6a8-aebf-4cc8-b208-1b4f8151164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68d6a8-aebf-4cc8-b208-1b4f81511644" elementFormDefault="qualified">
    <xsd:import namespace="http://schemas.microsoft.com/office/2006/documentManagement/types"/>
    <xsd:import namespace="http://schemas.microsoft.com/office/infopath/2007/PartnerControls"/>
    <xsd:element name="_dlc_DocId" ma:index="2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3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4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8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9e68d6a8-aebf-4cc8-b208-1b4f81511644">2ADFVPJXXDZV-1762305656-3</_dlc_DocId>
    <_dlc_DocIdUrl xmlns="9e68d6a8-aebf-4cc8-b208-1b4f81511644">
      <Url>https://microsoft.sharepoint.com/teams/EarningsFY22Q4/_layouts/15/DocIdRedir.aspx?ID=2ADFVPJXXDZV-1762305656-3</Url>
      <Description>2ADFVPJXXDZV-1762305656-3</Description>
    </_dlc_DocIdUrl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D4C64FC4-9B2F-4EF2-914B-E0FC4B49246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68d6a8-aebf-4cc8-b208-1b4f8151164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8070EAD-8F6B-4C4E-8924-078A1280B923}">
  <ds:schemaRefs>
    <ds:schemaRef ds:uri="http://purl.org/dc/terms/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9e68d6a8-aebf-4cc8-b208-1b4f81511644"/>
    <ds:schemaRef ds:uri="http://schemas.microsoft.com/office/2006/metadata/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211BEBB2-E754-4E0E-88F8-7CDCE64299BC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1CB3AE08-A081-433B-ADCF-E7CA976B1D23}">
  <ds:schemaRefs>
    <ds:schemaRef ds:uri="http://schemas.microsoft.com/sharepoint/event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2022-07-26T02:18:04Z</dcterms:created>
  <dcterms:modified xsi:type="dcterms:W3CDTF">2022-07-26T02:27:40Z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0x01010032BF71E80EF1484F960F50069F74B76C</vt:lpwstr>
  </property>
  <property fmtid="{D5CDD505-2E9C-101B-9397-08002B2CF9AE}" pid="4" name="_dlc_DocIdItemGuid">
    <vt:lpwstr>21408afd-70c1-4fb9-baa1-94819cfc05a4</vt:lpwstr>
  </property>
</Properties>
</file>