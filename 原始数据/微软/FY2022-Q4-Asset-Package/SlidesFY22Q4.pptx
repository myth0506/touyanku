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9D4D9A-9990-4513-A1AB-8A1776328560}" v="2" dt="2022-07-26T02:12:08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CF23-6DCC-888D-B555-7BF3AF6F8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D1D99-F08D-3381-A92F-B73AFBC0B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A254E-19EF-677A-5912-AC742DDC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1098D-8EB5-0BEF-CBF3-7D5D7E8E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5BEA6-3899-4D8A-4D8F-7E78AD88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88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80DA4-7561-0822-8C88-B472C7739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D97E1-C0BA-0C9A-CFA6-822EDA331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DF805-B314-5C37-D216-8E6E4BC95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504CE-70A2-8AB9-C75A-86F55A50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2F1B2-B947-E8AE-07EE-9A8CE2CAA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2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11D06-3AF6-6B31-957D-9C4D1FE58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DB3FF-815B-22EA-96E8-2BA5933C3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1BDB8-B227-2F93-8C40-E387857E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2A766-118B-C5C7-91BF-360AEA37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9F07E-01E7-D35C-21DA-33080B69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38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B8D37-EF2C-B2CD-B565-F3259BFC5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DDC57-7750-8175-E72A-C4E6342D69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19DC2-4B33-4D91-3AF9-B5676DA4E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3541C-3B3B-D598-5B12-1533A4312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2FD86-1B8E-3912-9BC2-3F84D99D7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6CC55-3F0B-9CA5-92E2-486DB9DC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76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6CB4F-1F15-35D4-FFBA-EF343E6A5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5FB69-BAC3-E4D8-7F03-2CD84956B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3A4EE-EB00-CBFC-D4BD-E0CD18966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C8EF3-3745-7500-23E2-BB7A19FB4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BBE6D-88FD-4A4D-B41C-30318B036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A36B18-3F52-5224-B75B-9EA1B9113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F8CA6C-DBF1-EE9E-8B3D-3B0815AE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46C18-37F4-5B7C-1577-B53BE0AD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88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1A762-51DD-3F99-4CDC-08DC4F48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B5FFC-0A1D-EA4D-5BE5-B7DF518F8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D5568-FD21-8EA8-B746-4BDB36BE9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A54B9-52C3-69DF-8514-C347F899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30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9DFA8-64FB-1E0B-0292-1D0E62822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9C8A4-0956-BE4F-4654-DE27E45A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AA6A-1402-3C6F-E59A-455B88C3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55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2149-3933-3AF1-EE4C-76F87DB94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82876-4DD0-074F-1DB4-5886642ED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43771-97A6-3683-B869-7B03DAB1C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C5AEE-8828-39FC-8567-54C4FADFE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52BAF-85FC-28A6-F7FA-ACEFC473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81F04-74C6-A064-8853-CD1E588A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51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76D0-D34E-DBF0-87F4-F6662D36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8FE8B0-376E-5DB1-6305-099FECD0C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E1912-A4E4-13C2-52F1-EE2D3D14B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228B3-CA9B-AD89-C79A-A7D9ADCE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66B9F-ACEF-66D4-8F7F-3726E951B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2BEFA-6A06-E531-309E-8F927549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4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F20A8-630A-292D-F72E-53FDC234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7B286-9163-4FE0-9C1B-60B45B818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77EA8-65A8-AA44-108C-0447BCBF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D49EF-6C75-0A60-5991-8BFFBA0F7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CB5CC-C9A8-D84E-465A-1F767F33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13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C101A-68F0-0965-0218-7E9F1E1AA9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1EDDF-1E8B-176A-72C9-191B7657F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82A47-783B-0846-7CEA-07F7C4F6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979C6-7538-6335-0D87-F4F34A55F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D24C2-C1F4-E4CC-79A8-0314422A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0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FDBF4B-7644-E5C0-2C1B-A6D4E1D87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4CD39-FEA8-FF49-0E0A-289543419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810B8-EC77-4125-7FD1-D74E383900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CF87A-1490-4772-8727-4745D35B8F47}" type="datetimeFigureOut">
              <a:rPr lang="en-US" smtClean="0"/>
              <a:t>7/25/2022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A3FDE-976A-8552-464B-448DB30DE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54DD3-31A8-5E28-BEF5-5D7FA4211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DB797-5574-4F8E-8052-E9D9D5B11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3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14736C-392B-6420-7841-55A241689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7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57AAF5-A83B-3F3F-D73F-1BE56787C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62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3F2293-327D-A9A9-1DB7-A88EB7F4F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53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54E85-0C4C-FDB0-7D9D-EBAA98435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00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0B8E49-3436-5D58-2ECE-7AAF130BC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9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A025E-23A3-1161-7245-010B46F96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09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ADAC03-7DA5-55EB-05F0-2D7DC3C05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31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2BD219-ED4C-3C40-706B-CEF8353D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8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F9ACB3-02A8-656C-4716-99A05651F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23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7895BF-467F-EE08-65D4-D9BBF6B78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A44994-3F01-DE3A-F2C3-F5E5FE0D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78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5CC7A6-A0AC-C546-9DED-8E662850F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75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AFBD3-3A7E-2E00-E072-84CE7BDE6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20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9C1AF3-BF37-54E9-C98B-F5E82EDCC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ED895-4DE4-9770-265C-FAD072E9D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593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7582D4-19D8-3CDB-5FD3-C21CBAD15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24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436A3-9198-A62A-4481-59F0C67D7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053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79E6E7-6DF6-1EC7-A300-FA1DC19A6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45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93D924-0D7D-7D4A-18F1-0DC594804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67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BBCCB5-5B32-C96A-5678-CCE27CA36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91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553EF5-BC63-50E8-3571-7C1638234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19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1EDCD9-4DD5-BDC7-7327-28070FAEE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81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D3B516-0059-96F8-0EAD-A780BD7FA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6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9e68d6a8-aebf-4cc8-b208-1b4f81511644">2ADFVPJXXDZV-1762305656-4</_dlc_DocId>
    <_dlc_DocIdUrl xmlns="9e68d6a8-aebf-4cc8-b208-1b4f81511644">
      <Url>https://microsoft.sharepoint.com/teams/EarningsFY22Q4/_layouts/15/DocIdRedir.aspx?ID=2ADFVPJXXDZV-1762305656-4</Url>
      <Description>2ADFVPJXXDZV-1762305656-4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BF71E80EF1484F960F50069F74B76C" ma:contentTypeVersion="3" ma:contentTypeDescription="Create a new document." ma:contentTypeScope="" ma:versionID="a437bf1d6256eff9d31311c2d4c87a92">
  <xsd:schema xmlns:xsd="http://www.w3.org/2001/XMLSchema" xmlns:xs="http://www.w3.org/2001/XMLSchema" xmlns:p="http://schemas.microsoft.com/office/2006/metadata/properties" xmlns:ns2="9e68d6a8-aebf-4cc8-b208-1b4f81511644" targetNamespace="http://schemas.microsoft.com/office/2006/metadata/properties" ma:root="true" ma:fieldsID="9a3311baeffd815f4f26d9592d1741f5" ns2:_="">
    <xsd:import namespace="9e68d6a8-aebf-4cc8-b208-1b4f8151164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8d6a8-aebf-4cc8-b208-1b4f81511644" elementFormDefault="qualified">
    <xsd:import namespace="http://schemas.microsoft.com/office/2006/documentManagement/types"/>
    <xsd:import namespace="http://schemas.microsoft.com/office/infopath/2007/PartnerControls"/>
    <xsd:element name="_dlc_DocId" ma:index="2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A49594-312B-4634-88FE-13C101B710AA}">
  <ds:schemaRefs>
    <ds:schemaRef ds:uri="http://schemas.microsoft.com/office/2006/metadata/properties"/>
    <ds:schemaRef ds:uri="http://schemas.microsoft.com/office/infopath/2007/PartnerControls"/>
    <ds:schemaRef ds:uri="9e68d6a8-aebf-4cc8-b208-1b4f81511644"/>
  </ds:schemaRefs>
</ds:datastoreItem>
</file>

<file path=customXml/itemProps2.xml><?xml version="1.0" encoding="utf-8"?>
<ds:datastoreItem xmlns:ds="http://schemas.openxmlformats.org/officeDocument/2006/customXml" ds:itemID="{B854CFE5-4035-4CF4-9B0E-45751CAF1B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B76DD2-7DEA-40E0-B957-124DD9D491DF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4F2FED23-5886-4B2F-BCAD-EEFD0A3E74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68d6a8-aebf-4cc8-b208-1b4f815116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2022-07-26T02:12:08Z</dcterms:created>
  <dcterms:modified xsi:type="dcterms:W3CDTF">2022-07-26T02:28:32Z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0x01010032BF71E80EF1484F960F50069F74B76C</vt:lpwstr>
  </property>
  <property fmtid="{D5CDD505-2E9C-101B-9397-08002B2CF9AE}" pid="4" name="_dlc_DocIdItemGuid">
    <vt:lpwstr>7fc43396-7dce-4852-a182-599f533c96e9</vt:lpwstr>
  </property>
</Properties>
</file>