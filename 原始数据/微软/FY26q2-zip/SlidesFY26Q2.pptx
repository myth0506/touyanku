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2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5" r:id="rId21"/>
    <p:sldId id="271" r:id="rId22"/>
    <p:sldId id="273" r:id="rId23"/>
    <p:sldId id="274" r:id="rId24"/>
    <p:sldId id="272" r:id="rId25"/>
    <p:sldId id="276" r:id="rId26"/>
    <p:sldId id="277" r:id="rId27"/>
  </p:sldIdLst>
  <p:sldSz cx="12192000" cy="6858000"/>
  <p:notesSz cx="7162800" cy="94488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589EE8-C4B6-450C-A050-5926EA717822}" v="1" dt="2026-01-27T01:54:55.6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viewProps" Target="viewProps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le Criste" userId="6e4be5eb-e061-4742-9151-bc165189f5a4" providerId="ADAL" clId="{3D7034C3-5343-4F64-874E-728A0CA64835}"/>
    <pc:docChg chg="undo custSel modSld modNotesMaster">
      <pc:chgData name="Danielle Criste" userId="6e4be5eb-e061-4742-9151-bc165189f5a4" providerId="ADAL" clId="{3D7034C3-5343-4F64-874E-728A0CA64835}" dt="2026-01-27T21:57:39.254" v="16" actId="22"/>
      <pc:docMkLst>
        <pc:docMk/>
      </pc:docMkLst>
      <pc:sldChg chg="addSp delSp mod">
        <pc:chgData name="Danielle Criste" userId="6e4be5eb-e061-4742-9151-bc165189f5a4" providerId="ADAL" clId="{3D7034C3-5343-4F64-874E-728A0CA64835}" dt="2026-01-27T01:54:27.909" v="7" actId="22"/>
        <pc:sldMkLst>
          <pc:docMk/>
          <pc:sldMk cId="14707134" sldId="259"/>
        </pc:sldMkLst>
        <pc:picChg chg="del">
          <ac:chgData name="Danielle Criste" userId="6e4be5eb-e061-4742-9151-bc165189f5a4" providerId="ADAL" clId="{3D7034C3-5343-4F64-874E-728A0CA64835}" dt="2026-01-27T00:45:04.825" v="0" actId="478"/>
          <ac:picMkLst>
            <pc:docMk/>
            <pc:sldMk cId="14707134" sldId="259"/>
            <ac:picMk id="3" creationId="{3363CBB1-AC58-2FC3-AF8F-5700773DC544}"/>
          </ac:picMkLst>
        </pc:picChg>
        <pc:picChg chg="add del">
          <ac:chgData name="Danielle Criste" userId="6e4be5eb-e061-4742-9151-bc165189f5a4" providerId="ADAL" clId="{3D7034C3-5343-4F64-874E-728A0CA64835}" dt="2026-01-27T01:54:27.165" v="6" actId="478"/>
          <ac:picMkLst>
            <pc:docMk/>
            <pc:sldMk cId="14707134" sldId="259"/>
            <ac:picMk id="3" creationId="{427B79D6-832A-BA00-9309-B987C28653CA}"/>
          </ac:picMkLst>
        </pc:picChg>
        <pc:picChg chg="add del">
          <ac:chgData name="Danielle Criste" userId="6e4be5eb-e061-4742-9151-bc165189f5a4" providerId="ADAL" clId="{3D7034C3-5343-4F64-874E-728A0CA64835}" dt="2026-01-27T01:16:00.952" v="2" actId="478"/>
          <ac:picMkLst>
            <pc:docMk/>
            <pc:sldMk cId="14707134" sldId="259"/>
            <ac:picMk id="4" creationId="{735284D9-42FE-FAB6-9900-4EA7DF8AF934}"/>
          </ac:picMkLst>
        </pc:picChg>
        <pc:picChg chg="add">
          <ac:chgData name="Danielle Criste" userId="6e4be5eb-e061-4742-9151-bc165189f5a4" providerId="ADAL" clId="{3D7034C3-5343-4F64-874E-728A0CA64835}" dt="2026-01-27T01:54:27.909" v="7" actId="22"/>
          <ac:picMkLst>
            <pc:docMk/>
            <pc:sldMk cId="14707134" sldId="259"/>
            <ac:picMk id="5" creationId="{A9F0DC5A-B590-853E-9A82-3732CCF56359}"/>
          </ac:picMkLst>
        </pc:picChg>
        <pc:picChg chg="add del">
          <ac:chgData name="Danielle Criste" userId="6e4be5eb-e061-4742-9151-bc165189f5a4" providerId="ADAL" clId="{3D7034C3-5343-4F64-874E-728A0CA64835}" dt="2026-01-27T01:46:43.207" v="4" actId="478"/>
          <ac:picMkLst>
            <pc:docMk/>
            <pc:sldMk cId="14707134" sldId="259"/>
            <ac:picMk id="6" creationId="{74EDF787-3818-3414-FAC3-A52B812E306B}"/>
          </ac:picMkLst>
        </pc:picChg>
      </pc:sldChg>
      <pc:sldChg chg="addSp delSp mod">
        <pc:chgData name="Danielle Criste" userId="6e4be5eb-e061-4742-9151-bc165189f5a4" providerId="ADAL" clId="{3D7034C3-5343-4F64-874E-728A0CA64835}" dt="2026-01-27T21:45:20.932" v="14" actId="22"/>
        <pc:sldMkLst>
          <pc:docMk/>
          <pc:sldMk cId="2870291487" sldId="263"/>
        </pc:sldMkLst>
        <pc:picChg chg="del">
          <ac:chgData name="Danielle Criste" userId="6e4be5eb-e061-4742-9151-bc165189f5a4" providerId="ADAL" clId="{3D7034C3-5343-4F64-874E-728A0CA64835}" dt="2026-01-27T21:44:49.177" v="11" actId="478"/>
          <ac:picMkLst>
            <pc:docMk/>
            <pc:sldMk cId="2870291487" sldId="263"/>
            <ac:picMk id="3" creationId="{E9B63277-101A-81C9-0301-8F194A95E40B}"/>
          </ac:picMkLst>
        </pc:picChg>
        <pc:picChg chg="add del">
          <ac:chgData name="Danielle Criste" userId="6e4be5eb-e061-4742-9151-bc165189f5a4" providerId="ADAL" clId="{3D7034C3-5343-4F64-874E-728A0CA64835}" dt="2026-01-27T21:44:56.671" v="13" actId="22"/>
          <ac:picMkLst>
            <pc:docMk/>
            <pc:sldMk cId="2870291487" sldId="263"/>
            <ac:picMk id="4" creationId="{D8E8D582-A007-A089-03F7-A1F80F8F18D4}"/>
          </ac:picMkLst>
        </pc:picChg>
        <pc:picChg chg="add">
          <ac:chgData name="Danielle Criste" userId="6e4be5eb-e061-4742-9151-bc165189f5a4" providerId="ADAL" clId="{3D7034C3-5343-4F64-874E-728A0CA64835}" dt="2026-01-27T21:45:20.932" v="14" actId="22"/>
          <ac:picMkLst>
            <pc:docMk/>
            <pc:sldMk cId="2870291487" sldId="263"/>
            <ac:picMk id="6" creationId="{117448A8-A896-D723-4E8E-B1BE1C25CD3A}"/>
          </ac:picMkLst>
        </pc:picChg>
      </pc:sldChg>
      <pc:sldChg chg="addSp delSp mod">
        <pc:chgData name="Danielle Criste" userId="6e4be5eb-e061-4742-9151-bc165189f5a4" providerId="ADAL" clId="{3D7034C3-5343-4F64-874E-728A0CA64835}" dt="2026-01-27T21:57:39.254" v="16" actId="22"/>
        <pc:sldMkLst>
          <pc:docMk/>
          <pc:sldMk cId="1326273053" sldId="264"/>
        </pc:sldMkLst>
        <pc:picChg chg="del">
          <ac:chgData name="Danielle Criste" userId="6e4be5eb-e061-4742-9151-bc165189f5a4" providerId="ADAL" clId="{3D7034C3-5343-4F64-874E-728A0CA64835}" dt="2026-01-27T21:57:13.599" v="15" actId="478"/>
          <ac:picMkLst>
            <pc:docMk/>
            <pc:sldMk cId="1326273053" sldId="264"/>
            <ac:picMk id="3" creationId="{46FA1E5D-3947-32C6-0BC1-C36C50514BBB}"/>
          </ac:picMkLst>
        </pc:picChg>
        <pc:picChg chg="add">
          <ac:chgData name="Danielle Criste" userId="6e4be5eb-e061-4742-9151-bc165189f5a4" providerId="ADAL" clId="{3D7034C3-5343-4F64-874E-728A0CA64835}" dt="2026-01-27T21:57:39.254" v="16" actId="22"/>
          <ac:picMkLst>
            <pc:docMk/>
            <pc:sldMk cId="1326273053" sldId="264"/>
            <ac:picMk id="4" creationId="{2EBE6ED6-B383-D701-35FC-C8EADF6D7BEB}"/>
          </ac:picMkLst>
        </pc:picChg>
      </pc:sldChg>
      <pc:sldChg chg="addSp delSp mod">
        <pc:chgData name="Danielle Criste" userId="6e4be5eb-e061-4742-9151-bc165189f5a4" providerId="ADAL" clId="{3D7034C3-5343-4F64-874E-728A0CA64835}" dt="2026-01-27T21:24:35.743" v="10" actId="22"/>
        <pc:sldMkLst>
          <pc:docMk/>
          <pc:sldMk cId="3244858244" sldId="267"/>
        </pc:sldMkLst>
        <pc:picChg chg="del">
          <ac:chgData name="Danielle Criste" userId="6e4be5eb-e061-4742-9151-bc165189f5a4" providerId="ADAL" clId="{3D7034C3-5343-4F64-874E-728A0CA64835}" dt="2026-01-27T21:24:14.601" v="9" actId="478"/>
          <ac:picMkLst>
            <pc:docMk/>
            <pc:sldMk cId="3244858244" sldId="267"/>
            <ac:picMk id="3" creationId="{C1CCF1C1-8E72-05C2-09FF-EEE56C42A629}"/>
          </ac:picMkLst>
        </pc:picChg>
        <pc:picChg chg="add">
          <ac:chgData name="Danielle Criste" userId="6e4be5eb-e061-4742-9151-bc165189f5a4" providerId="ADAL" clId="{3D7034C3-5343-4F64-874E-728A0CA64835}" dt="2026-01-27T21:24:35.743" v="10" actId="22"/>
          <ac:picMkLst>
            <pc:docMk/>
            <pc:sldMk cId="3244858244" sldId="267"/>
            <ac:picMk id="4" creationId="{D750FC64-900C-60B7-1B8B-3833B059B11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03880" cy="474081"/>
          </a:xfrm>
          <a:prstGeom prst="rect">
            <a:avLst/>
          </a:prstGeom>
        </p:spPr>
        <p:txBody>
          <a:bodyPr vert="horz" lIns="94915" tIns="47457" rIns="94915" bIns="4745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57262" y="0"/>
            <a:ext cx="3103880" cy="474081"/>
          </a:xfrm>
          <a:prstGeom prst="rect">
            <a:avLst/>
          </a:prstGeom>
        </p:spPr>
        <p:txBody>
          <a:bodyPr vert="horz" lIns="94915" tIns="47457" rIns="94915" bIns="47457" rtlCol="0"/>
          <a:lstStyle>
            <a:lvl1pPr algn="r">
              <a:defRPr sz="1200"/>
            </a:lvl1pPr>
          </a:lstStyle>
          <a:p>
            <a:fld id="{24FE8E44-5500-465D-A0E2-C06FD35BC13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46125" y="1181100"/>
            <a:ext cx="5670550" cy="31892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915" tIns="47457" rIns="94915" bIns="4745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6280" y="4547235"/>
            <a:ext cx="5730240" cy="3720465"/>
          </a:xfrm>
          <a:prstGeom prst="rect">
            <a:avLst/>
          </a:prstGeom>
        </p:spPr>
        <p:txBody>
          <a:bodyPr vert="horz" lIns="94915" tIns="47457" rIns="94915" bIns="4745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74721"/>
            <a:ext cx="3103880" cy="474080"/>
          </a:xfrm>
          <a:prstGeom prst="rect">
            <a:avLst/>
          </a:prstGeom>
        </p:spPr>
        <p:txBody>
          <a:bodyPr vert="horz" lIns="94915" tIns="47457" rIns="94915" bIns="4745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57262" y="8974721"/>
            <a:ext cx="3103880" cy="474080"/>
          </a:xfrm>
          <a:prstGeom prst="rect">
            <a:avLst/>
          </a:prstGeom>
        </p:spPr>
        <p:txBody>
          <a:bodyPr vert="horz" lIns="94915" tIns="47457" rIns="94915" bIns="47457" rtlCol="0" anchor="b"/>
          <a:lstStyle>
            <a:lvl1pPr algn="r">
              <a:defRPr sz="1200"/>
            </a:lvl1pPr>
          </a:lstStyle>
          <a:p>
            <a:fld id="{1973CCD2-83BC-4EC1-9BB4-5BB63391A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442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2C44F-0D76-4D07-A38E-2070D45A6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7F62ED-65D7-BBBF-7912-443B6B241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55990-53C8-BCB9-C74F-58E28279B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740E2-790D-40B1-A266-6DD6D9EBF8D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26420-CDD5-1744-1094-BBEABC2CA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2BE34-63CB-7CED-E666-2D498FD34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79C5E-0400-4CEF-A4B1-3EC25A37B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398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3655B-2AF5-1A3F-A537-E1D789197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B07D4-783A-70CA-1210-F2750065D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46455-D54F-8CF7-3F45-754FD8529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740E2-790D-40B1-A266-6DD6D9EBF8D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4088E-5030-72EE-AAC1-CF6F85FC3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310FF-06C3-C885-0BD9-15494F761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79C5E-0400-4CEF-A4B1-3EC25A37B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597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FFC38-FFA9-EF5E-6CD4-C61917480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857C6-CF9D-AEBB-A775-8DDA1FF88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12652-6FF6-D951-FE7B-4160C5AB6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740E2-790D-40B1-A266-6DD6D9EBF8D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CFAD9-EDEC-7886-CD7A-B2D26F1D8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AEF76-0CFC-2106-05AB-D6E8D9D98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79C5E-0400-4CEF-A4B1-3EC25A37B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09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90C65-F359-4663-E328-D86186C3B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CF62E-CD6C-67D6-BD17-D35A90AEFD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7C0CF6-613C-02F1-3FF5-F23FD62FA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9260C-2BEE-0A6F-4670-7CA7275EA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740E2-790D-40B1-A266-6DD6D9EBF8D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928606-638D-9AFD-B824-340FAE595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9DF026-E794-B7BC-7AD6-003B94D61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79C5E-0400-4CEF-A4B1-3EC25A37B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648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CB924-0986-11AB-F10F-1ED6CB0BD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A0731B-ED9B-DDAD-FB9D-4C3253C7B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1D59F4-E4B9-9543-06C7-FA58B6552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2B3D9E-3C9A-5217-5C81-823B66EAB1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D2327E-7002-5CAA-6393-25BF6BA19C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CA84D-48BE-4972-1F8B-F7541D65A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740E2-790D-40B1-A266-6DD6D9EBF8D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AAEA07-8D88-75E1-275E-78086CA27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A3E219-E8E5-67A9-C4FB-2E1447A5C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79C5E-0400-4CEF-A4B1-3EC25A37B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47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38517-122E-09E2-ABD5-3F4B913CA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6239F9-ADA6-F7B6-D468-E5E006E3C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740E2-790D-40B1-A266-6DD6D9EBF8D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014684-DA4F-976A-FB9A-1773B04EA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00709-FEF0-286B-9329-FC62873F9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79C5E-0400-4CEF-A4B1-3EC25A37B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936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2D99B2-DBDD-12AB-0AE7-2B3A8A945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740E2-790D-40B1-A266-6DD6D9EBF8D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4DFD1D-033F-D232-B2FC-4C1247032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DD3C1-282D-0EA8-A201-554EEC105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79C5E-0400-4CEF-A4B1-3EC25A37B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21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37418-C599-F83A-CC5C-1F8F31790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26521-B553-E8D0-4C80-318A922F8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998FA2-8D0D-407B-9C49-C3113D3202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DA52A-CE1A-DCA5-65C3-FF2850014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740E2-790D-40B1-A266-6DD6D9EBF8D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6F2D8B-EB9C-57C1-3EF9-835A3C0FA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89353-8DA1-2092-8EC5-7CCB4411D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79C5E-0400-4CEF-A4B1-3EC25A37B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984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4579C-E52E-7881-152E-B54715E49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9C4204-C6CA-BCBD-0A8D-106B72BC68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F8757B-6C50-3B09-C4D3-37C15A9249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2319A-1392-7D63-5227-D739935E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740E2-790D-40B1-A266-6DD6D9EBF8D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B2D25-C82F-443C-73C2-B24C73AB3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61DBD-EC41-6BA4-86AC-E3BF6B44A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79C5E-0400-4CEF-A4B1-3EC25A37B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767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DFB85-75AB-AE5E-25B7-6267D17E6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CE436C-D1B5-B04D-B824-C21B1D637A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D8A17-3CF3-BEC1-F809-571279033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740E2-790D-40B1-A266-6DD6D9EBF8D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3ECCD-BDD6-C3D1-59F9-AE9FF95BB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53D4C-7F0C-366E-C9DE-808FC48EA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79C5E-0400-4CEF-A4B1-3EC25A37B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384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F04DBB-F6B1-C5E4-905B-83A992FCFD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084527-C55A-0F23-9DAA-5C30179886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9B8C7-5AAE-FC53-E309-AC6BC8314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740E2-790D-40B1-A266-6DD6D9EBF8D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CDC36-FA0A-4AE4-BA77-F1CB189D6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8992B-8744-42D4-5638-67A48CB6B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79C5E-0400-4CEF-A4B1-3EC25A37B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63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BB387E-D3B2-3840-839D-2D38798FE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1C62CB-CBD8-9C37-D2CF-995BDEC5F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C0011-38FD-01A5-2BD8-E319AC4E18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E740E2-790D-40B1-A266-6DD6D9EBF8D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FA074-306A-47BB-F7C7-6FD817B95D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01E7B-078C-F536-4667-836ED6E8C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879C5E-0400-4CEF-A4B1-3EC25A37B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390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D43F5B-4380-AFFC-7C54-26906341E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156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3EE29-3A45-069C-D4E2-14E5A8967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731DAB-9DEF-C3A3-948B-4C82550E9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107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8CB0A-45C7-501A-8E7A-CD426541D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8D64D6-C70D-B461-0295-53E5D2D8E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365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5E628-1524-D281-6E69-FD9B42827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F0DC5A-B590-853E-9A82-3732CCF56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7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3DF81-7C87-4BA7-8E69-2F7E5254C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6D74A1-54D0-0425-C7FA-88C5824C8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738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44A6F-FA46-1DBC-9DF6-64149EB35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046FB6-20CC-1BC3-09DE-08A95C94E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341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B35A6-BBC9-FB54-81DF-CBC2D9B51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EF0021-9DFA-F6A3-F219-56D12BA54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651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16101-FF5A-7627-80BC-EEC809485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17448A8-A896-D723-4E8E-B1BE1C25C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291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A1F53-F3A3-4E77-8652-9B09E2BDC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BE6ED6-B383-D701-35FC-C8EADF6D7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273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82CEC-8BFF-B7A3-2E03-ED5C1F417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AF86B5-5230-622B-7465-B03CEE2A5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037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5D8D3-4804-7D9D-AC5F-35011C257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FAA5E3-6ABC-8E9E-59FB-CC898B037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619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75C07-3B52-73E4-EFE6-B9C5C9092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50FC64-900C-60B7-1B8B-3833B059B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858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13B92-9A47-3D80-54BA-D72561EE7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6BF9A9-3174-0E61-36A5-D9751B51F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127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60040-89EC-6654-F955-FFBC43083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06B372-8D8B-42AB-F400-D97D35218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890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D1F81-F82D-3688-D168-E4822284F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12F840-61C6-CF86-23EA-9DC27CA34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130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2D24D-6923-DC27-1587-E3CEF234C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76D710-E5A0-5950-8D51-4D47A0BA6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314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CDCDB-B943-780F-9332-877E3E171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025F23-9FCD-214C-EC77-E9D68E4FD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118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E9C5A-6529-BA36-E0F8-F18BA5038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7921CC-2FD4-A8AA-A7DD-ACA011AD8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6848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ACF9A-A969-AE42-11A2-BE1DC83C1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A71A26-C45E-C173-B86C-FCEAFF1CD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5998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0050A-6071-7BC7-404B-F8C83B181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FAF165-82A4-EE2A-8A88-8D33C16E7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4036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CF4D1-FF77-018E-9BDB-E7C7997BF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D238A5-E496-0A88-B100-ABE396791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4840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CB19C-AF94-1EAC-6B87-CA6FC4AC3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EFD7E4-2AB2-4994-273B-21691B22D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672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79068847A36D4E98C06071F25BEE09" ma:contentTypeVersion="30" ma:contentTypeDescription="Create a new document." ma:contentTypeScope="" ma:versionID="5b29e74d2e06fe484ff2a50831c6ed8c">
  <xsd:schema xmlns:xsd="http://www.w3.org/2001/XMLSchema" xmlns:xs="http://www.w3.org/2001/XMLSchema" xmlns:p="http://schemas.microsoft.com/office/2006/metadata/properties" xmlns:ns1="http://schemas.microsoft.com/sharepoint/v3" xmlns:ns2="08901086-875f-4d26-9516-1e38fd01d4c0" xmlns:ns3="218cbc83-24d7-43ed-afce-15b9e680d992" xmlns:ns4="230e9df3-be65-4c73-a93b-d1236ebd677e" targetNamespace="http://schemas.microsoft.com/office/2006/metadata/properties" ma:root="true" ma:fieldsID="3e435f3e897f27faa4e36b0ef67b03f0" ns1:_="" ns2:_="" ns3:_="" ns4:_="">
    <xsd:import namespace="http://schemas.microsoft.com/sharepoint/v3"/>
    <xsd:import namespace="08901086-875f-4d26-9516-1e38fd01d4c0"/>
    <xsd:import namespace="218cbc83-24d7-43ed-afce-15b9e680d992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ingHintHash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4:_dlc_DocId" minOccurs="0"/>
                <xsd:element ref="ns4:_dlc_DocIdUrl" minOccurs="0"/>
                <xsd:element ref="ns4:_dlc_DocIdPersistId" minOccurs="0"/>
                <xsd:element ref="ns1:_ip_UnifiedCompliancePolicyProperties" minOccurs="0"/>
                <xsd:element ref="ns1:_ip_UnifiedCompliancePolicyUIAc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4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DocTags" minOccurs="0"/>
                <xsd:element ref="ns3:MediaServiceObjectDetectorVersion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901086-875f-4d26-9516-1e38fd01d4c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9" nillable="true" ma:displayName="Sharing Hint Hash" ma:internalName="SharingHintHash" ma:readOnly="true">
      <xsd:simpleType>
        <xsd:restriction base="dms:Text"/>
      </xsd:simple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1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2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8cbc83-24d7-43ed-afce-15b9e680d9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_dlc_DocId" ma:index="15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6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7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5" nillable="true" ma:displayName="Taxonomy Catch All Column" ma:hidden="true" ma:list="{be8ff875-d7d4-4130-bed6-ac4806346461}" ma:internalName="TaxCatchAll" ma:showField="CatchAllData" ma:web="08901086-875f-4d26-9516-1e38fd01d4c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218cbc83-24d7-43ed-afce-15b9e680d992" xsi:nil="true"/>
    <_dlc_DocId xmlns="230e9df3-be65-4c73-a93b-d1236ebd677e">MSFT-1341618704-101297</_dlc_DocId>
    <_ip_UnifiedCompliancePolicyUIAction xmlns="http://schemas.microsoft.com/sharepoint/v3" xsi:nil="true"/>
    <_dlc_DocIdUrl xmlns="230e9df3-be65-4c73-a93b-d1236ebd677e">
      <Url>https://microsoft.sharepoint.com/teams/ir/_layouts/15/DocIdRedir.aspx?ID=MSFT-1341618704-101297</Url>
      <Description>MSFT-1341618704-101297</Description>
    </_dlc_DocIdUrl>
    <_ip_UnifiedCompliancePolicyProperties xmlns="http://schemas.microsoft.com/sharepoint/v3" xsi:nil="true"/>
    <SharedWithUsers xmlns="08901086-875f-4d26-9516-1e38fd01d4c0">
      <UserInfo>
        <DisplayName>Brett Iversen</DisplayName>
        <AccountId>331</AccountId>
        <AccountType/>
      </UserInfo>
      <UserInfo>
        <DisplayName>Keith Dolliver (CELA)</DisplayName>
        <AccountId>412</AccountId>
        <AccountType/>
      </UserInfo>
      <UserInfo>
        <DisplayName>Kendra Goodenough</DisplayName>
        <AccountId>441</AccountId>
        <AccountType/>
      </UserInfo>
      <UserInfo>
        <DisplayName>James Ambrose</DisplayName>
        <AccountId>469</AccountId>
        <AccountType/>
      </UserInfo>
      <UserInfo>
        <DisplayName>Alice Jolla (SHE/HER)</DisplayName>
        <AccountId>69</AccountId>
        <AccountType/>
      </UserInfo>
      <UserInfo>
        <DisplayName>Stephen Carter</DisplayName>
        <AccountId>758</AccountId>
        <AccountType/>
      </UserInfo>
      <UserInfo>
        <DisplayName>Mustafa Ozkeskin</DisplayName>
        <AccountId>237</AccountId>
        <AccountType/>
      </UserInfo>
      <UserInfo>
        <DisplayName>Mary Grekstas</DisplayName>
        <AccountId>749</AccountId>
        <AccountType/>
      </UserInfo>
      <UserInfo>
        <DisplayName>Josh Elvidge</DisplayName>
        <AccountId>719</AccountId>
        <AccountType/>
      </UserInfo>
      <UserInfo>
        <DisplayName>Joseph Tartakoff</DisplayName>
        <AccountId>393</AccountId>
        <AccountType/>
      </UserInfo>
      <UserInfo>
        <DisplayName>Amy Hood</DisplayName>
        <AccountId>36</AccountId>
        <AccountType/>
      </UserInfo>
      <UserInfo>
        <DisplayName>Brookie Scholl (she/her)</DisplayName>
        <AccountId>381</AccountId>
        <AccountType/>
      </UserInfo>
      <UserInfo>
        <DisplayName>Danielle Criste</DisplayName>
        <AccountId>664</AccountId>
        <AccountType/>
      </UserInfo>
    </SharedWithUsers>
    <lcf76f155ced4ddcb4097134ff3c332f xmlns="218cbc83-24d7-43ed-afce-15b9e680d992">
      <Terms xmlns="http://schemas.microsoft.com/office/infopath/2007/PartnerControls"/>
    </lcf76f155ced4ddcb4097134ff3c332f>
    <TaxCatchAll xmlns="230e9df3-be65-4c73-a93b-d1236ebd677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EDD0276B-59C7-4822-8F06-E70603131A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8901086-875f-4d26-9516-1e38fd01d4c0"/>
    <ds:schemaRef ds:uri="218cbc83-24d7-43ed-afce-15b9e680d992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4B21431-6278-427F-9FE6-2C9FAFEF0893}">
  <ds:schemaRefs>
    <ds:schemaRef ds:uri="http://schemas.microsoft.com/office/2006/documentManagement/types"/>
    <ds:schemaRef ds:uri="http://purl.org/dc/terms/"/>
    <ds:schemaRef ds:uri="230e9df3-be65-4c73-a93b-d1236ebd677e"/>
    <ds:schemaRef ds:uri="http://schemas.microsoft.com/office/2006/metadata/properties"/>
    <ds:schemaRef ds:uri="http://schemas.microsoft.com/sharepoint/v3"/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218cbc83-24d7-43ed-afce-15b9e680d992"/>
    <ds:schemaRef ds:uri="08901086-875f-4d26-9516-1e38fd01d4c0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C25FF58-500E-4AC5-9960-1E160F18FA25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2ECC489E-CB35-4E89-B5CA-76A22E77A01E}">
  <ds:schemaRefs>
    <ds:schemaRef ds:uri="http://schemas.microsoft.com/sharepoint/event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1268</TotalTime>
  <Words>0</Words>
  <Application>Microsoft Office PowerPoint</Application>
  <PresentationFormat>Widescreen</PresentationFormat>
  <Paragraphs>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Danielle Criste</dc:creator>
  <cp:lastModifiedBy>Dennie Kimbrough</cp:lastModifiedBy>
  <cp:revision>2</cp:revision>
  <cp:lastPrinted>2026-01-27T01:58:21Z</cp:lastPrinted>
  <dcterms:created xsi:type="dcterms:W3CDTF">2026-01-26T22:53:18Z</dcterms:created>
  <dcterms:modified xsi:type="dcterms:W3CDTF">2026-01-27T22:48:02Z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0x0101007879068847A36D4E98C06071F25BEE09</vt:lpwstr>
  </property>
  <property fmtid="{D5CDD505-2E9C-101B-9397-08002B2CF9AE}" pid="4" name="_dlc_DocIdItemGuid">
    <vt:lpwstr>ec63cf8c-61c5-4fc4-b992-a8358cc6feed</vt:lpwstr>
  </property>
</Properties>
</file>