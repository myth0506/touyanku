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6CC6-9C14-4B7B-9F83-196D3DE0638C}" type="datetimeFigureOut">
              <a:rPr lang="en-US" smtClean="0"/>
              <a:t>7/21/2015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5E2F-C6B2-43FE-B537-7B4DFE4B1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4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16CC6-9C14-4B7B-9F83-196D3DE0638C}" type="datetimeFigureOut">
              <a:rPr lang="en-US" smtClean="0"/>
              <a:t>7/21/2015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5E2F-C6B2-43FE-B537-7B4DFE4B1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0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5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8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2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8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9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18124A-8CDC-461F-BBCE-F54924630592}"/>
</file>

<file path=customXml/itemProps2.xml><?xml version="1.0" encoding="utf-8"?>
<ds:datastoreItem xmlns:ds="http://schemas.openxmlformats.org/officeDocument/2006/customXml" ds:itemID="{714B2F14-945A-4453-B1B5-BC1972FB3466}"/>
</file>

<file path=customXml/itemProps3.xml><?xml version="1.0" encoding="utf-8"?>
<ds:datastoreItem xmlns:ds="http://schemas.openxmlformats.org/officeDocument/2006/customXml" ds:itemID="{F6980141-B08A-4984-9286-1E3B232D589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2015-07-21T16:26:31Z</dcterms:created>
  <dcterms:modified xsi:type="dcterms:W3CDTF">2015-07-21T16:45:03Z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ER Subject">
    <vt:lpwstr/>
  </property>
  <property fmtid="{D5CDD505-2E9C-101B-9397-08002B2CF9AE}" pid="4" name="Milestone">
    <vt:lpwstr/>
  </property>
  <property fmtid="{D5CDD505-2E9C-101B-9397-08002B2CF9AE}" pid="5" name="Deliverable Type">
    <vt:lpwstr/>
  </property>
  <property fmtid="{D5CDD505-2E9C-101B-9397-08002B2CF9AE}" pid="6" name="_dlc_DocIdItemGuid">
    <vt:lpwstr>04bea7c4-db21-47bf-80ca-09bb52de7186</vt:lpwstr>
  </property>
  <property fmtid="{D5CDD505-2E9C-101B-9397-08002B2CF9AE}" pid="7" name="_dlc_policyId">
    <vt:lpwstr/>
  </property>
  <property fmtid="{D5CDD505-2E9C-101B-9397-08002B2CF9AE}" pid="8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