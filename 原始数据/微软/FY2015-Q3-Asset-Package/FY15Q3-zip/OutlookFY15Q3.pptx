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18FFC-7617-4BC2-919F-8ED40D2D696D}" type="datetimeFigureOut">
              <a:rPr lang="en-US" smtClean="0"/>
              <a:t>4/22/2015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536FB-592E-41DD-A1EE-231F46D7A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4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18FFC-7617-4BC2-919F-8ED40D2D696D}" type="datetimeFigureOut">
              <a:rPr lang="en-US" smtClean="0"/>
              <a:t>4/22/2015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536FB-592E-41DD-A1EE-231F46D7A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4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7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2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7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Props1.xml><?xml version="1.0" encoding="utf-8"?>
<ds:datastoreItem xmlns:ds="http://schemas.openxmlformats.org/officeDocument/2006/customXml" ds:itemID="{112065F3-0035-485D-AAB8-CB085A8AE350}"/>
</file>

<file path=customXml/itemProps2.xml><?xml version="1.0" encoding="utf-8"?>
<ds:datastoreItem xmlns:ds="http://schemas.openxmlformats.org/officeDocument/2006/customXml" ds:itemID="{2456C41E-C309-40D3-9CDA-8162AACE53C0}"/>
</file>

<file path=customXml/itemProps3.xml><?xml version="1.0" encoding="utf-8"?>
<ds:datastoreItem xmlns:ds="http://schemas.openxmlformats.org/officeDocument/2006/customXml" ds:itemID="{2F40BB9E-B45F-4EE9-A323-3C9F78CA392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2015-04-23T05:18:02Z</dcterms:created>
  <dcterms:modified xsi:type="dcterms:W3CDTF">2015-04-23T05:18:26Z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_dlc_DocIdItemGuid">
    <vt:lpwstr>04bea7c4-db21-47bf-80ca-09bb52de7186</vt:lpwstr>
  </property>
  <property fmtid="{D5CDD505-2E9C-101B-9397-08002B2CF9AE}" pid="4" name="_dlc_policyId">
    <vt:lpwstr/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