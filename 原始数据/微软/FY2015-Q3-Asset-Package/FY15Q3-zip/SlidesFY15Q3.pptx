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84" y="2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2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Relationship Id="rId27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82E31-3EFD-404A-B6E9-46B964DF4630}" type="datetimeFigureOut">
              <a:rPr lang="en-US" smtClean="0"/>
              <a:t>4/23/2015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7269A-1E39-488C-B4F4-AA8807CF69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254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F82E31-3EFD-404A-B6E9-46B964DF4630}" type="datetimeFigureOut">
              <a:rPr lang="en-US" smtClean="0"/>
              <a:t>4/23/2015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77269A-1E39-488C-B4F4-AA8807CF69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797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766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144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078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144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665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563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842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940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602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830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500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004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212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297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75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372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193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076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748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StartDate xmlns="4B24EFB9-2E5D-4A5E-A79F-AB296D269CDD" xsi:nil="true"/>
    <PublishingExpirationDate xmlns="4B24EFB9-2E5D-4A5E-A79F-AB296D269CDD" xsi:nil="true"/>
    <IsSystemFile xmlns="4B24EFB9-2E5D-4A5E-A79F-AB296D269CDD">false</IsSystemFile>
    <IsLocalizable xmlns="4B24EFB9-2E5D-4A5E-A79F-AB296D269CDD">true</IsLocalizable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CSP Doc" ma:contentTypeID="0x0101004EEB5A68CE6442648224A0682BF61800004B9775297EFBF642A4F1523B0C630918" ma:contentTypeVersion="" ma:contentTypeDescription="Root content type for all csp doc content (css, js, xaml, etc)." ma:contentTypeScope="" ma:versionID="a44db70a6718cd5ffb321902fc38f849">
  <xsd:schema xmlns:xsd="http://www.w3.org/2001/XMLSchema" xmlns:xs="http://www.w3.org/2001/XMLSchema" xmlns:p="http://schemas.microsoft.com/office/2006/metadata/properties" xmlns:ns2="4B24EFB9-2E5D-4A5E-A79F-AB296D269CDD" targetNamespace="http://schemas.microsoft.com/office/2006/metadata/properties" ma:root="true" ma:fieldsID="4a75228103340babe5403206244e4598" ns2:_="">
    <xsd:import namespace="4B24EFB9-2E5D-4A5E-A79F-AB296D269CDD"/>
    <xsd:element name="properties">
      <xsd:complexType>
        <xsd:sequence>
          <xsd:element name="documentManagement">
            <xsd:complexType>
              <xsd:all>
                <xsd:element ref="ns2:IsSystemFile"/>
                <xsd:element ref="ns2:IsLocalizable"/>
                <xsd:element ref="ns2:PublishingStartDate" minOccurs="0"/>
                <xsd:element ref="ns2:PublishingExpirationDa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24EFB9-2E5D-4A5E-A79F-AB296D269CDD" elementFormDefault="qualified">
    <xsd:import namespace="http://schemas.microsoft.com/office/2006/documentManagement/types"/>
    <xsd:import namespace="http://schemas.microsoft.com/office/infopath/2007/PartnerControls"/>
    <xsd:element name="IsSystemFile" ma:index="7" ma:displayName="Is System File" ma:default="0" ma:internalName="IsSystemFile">
      <xsd:simpleType>
        <xsd:restriction base="dms:Boolean"/>
      </xsd:simpleType>
    </xsd:element>
    <xsd:element name="IsLocalizable" ma:index="8" ma:displayName="Is Localizable" ma:default="1" ma:internalName="IsLocalizable">
      <xsd:simpleType>
        <xsd:restriction base="dms:Boolean"/>
      </xsd:simpleType>
    </xsd:element>
    <xsd:element name="PublishingStartDate" ma:index="9" nillable="true" ma:displayName="Scheduling Start Date" ma:internalName="PublishingStartDate">
      <xsd:simpleType>
        <xsd:restriction base="dms:Unknown"/>
      </xsd:simpleType>
    </xsd:element>
    <xsd:element name="PublishingExpirationDate" ma:index="10" nillable="true" ma:displayName="Scheduling End Date" ma:internalName="PublishingExpirationDat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7F4DD52-81F9-40DB-A40B-822B4298F8DE}"/>
</file>

<file path=customXml/itemProps2.xml><?xml version="1.0" encoding="utf-8"?>
<ds:datastoreItem xmlns:ds="http://schemas.openxmlformats.org/officeDocument/2006/customXml" ds:itemID="{79E33E1F-03A9-45C3-BFC3-CBD0788DF651}"/>
</file>

<file path=customXml/itemProps3.xml><?xml version="1.0" encoding="utf-8"?>
<ds:datastoreItem xmlns:ds="http://schemas.openxmlformats.org/officeDocument/2006/customXml" ds:itemID="{42801DA2-1141-405E-8CD5-E8714340A1A0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2015-04-23T14:37:55Z</dcterms:created>
  <dcterms:modified xsi:type="dcterms:W3CDTF">2015-04-23T14:39:49Z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0x0101004EEB5A68CE6442648224A0682BF61800004B9775297EFBF642A4F1523B0C630918</vt:lpwstr>
  </property>
  <property fmtid="{D5CDD505-2E9C-101B-9397-08002B2CF9AE}" pid="3" name="_dlc_DocIdItemGuid">
    <vt:lpwstr>04bea7c4-db21-47bf-80ca-09bb52de7186</vt:lpwstr>
  </property>
  <property fmtid="{D5CDD505-2E9C-101B-9397-08002B2CF9AE}" pid="4" name="_dlc_policyId">
    <vt:lpwstr/>
  </property>
  <property fmtid="{D5CDD505-2E9C-101B-9397-08002B2CF9AE}" pid="5" name="ItemRetentionFormula">
    <vt:lpwstr>&lt;formula id="Microsoft.Office.RecordsManagement.PolicyFeatures.Expiration.Formula.BuiltIn"&gt;&lt;number&gt;3&lt;/number&gt;&lt;property&gt;Modified&lt;/property&gt;&lt;period&gt;months&lt;/period&gt;&lt;/formula&gt;</vt:lpwstr>
  </property>
</Properties>
</file>