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  <p:sldId id="257" r:id="rId7"/>
    <p:sldId id="258" r:id="rId8"/>
    <p:sldId id="259" r:id="rId9"/>
  </p:sldIdLst>
  <p:sldSz cx="12436475" cy="6994525"/>
  <p:notesSz cx="7010400" cy="9296400"/>
  <p:defaultTextStyle>
    <a:defPPr>
      <a:defRPr lang="en-US"/>
    </a:defPPr>
    <a:lvl1pPr marL="0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1pPr>
    <a:lvl2pPr marL="466344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2pPr>
    <a:lvl3pPr marL="932688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3pPr>
    <a:lvl4pPr marL="1399032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4pPr>
    <a:lvl5pPr marL="1865376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5pPr>
    <a:lvl6pPr marL="2331720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6pPr>
    <a:lvl7pPr marL="2798064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7pPr>
    <a:lvl8pPr marL="3264408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8pPr>
    <a:lvl9pPr marL="3730752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1B8E40-1FF3-4B84-9E32-E272B8478E7A}" v="2" dt="2020-10-26T21:08:24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356AD-2299-40CA-B254-6078FAFA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413453-B461-4D80-8B8E-E404B443B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E9-A973-4918-8BB1-583874DFCCE4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1630-CD1E-4048-AE31-24A0A44C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9995E-6CBA-4489-BA93-37B5026B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70DB-72AC-4E78-89FA-5BAB4157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8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43C9D-5A59-4B7F-B471-116215DC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008" y="372394"/>
            <a:ext cx="10726460" cy="1351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D3A3D-644E-42C9-9798-C758CDFE8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008" y="1861968"/>
            <a:ext cx="10726460" cy="4437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EE90E-7CA3-4F1C-ADA3-C17B558D5A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5008" y="6482889"/>
            <a:ext cx="2798207" cy="372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01FE9-A973-4918-8BB1-583874DFCCE4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2A83D-D025-443E-9E7E-D948A4484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9583" y="6482889"/>
            <a:ext cx="4197310" cy="372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16264-C40A-4341-9FFE-AA01325FC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83260" y="6482889"/>
            <a:ext cx="2798207" cy="372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570DB-72AC-4E78-89FA-5BAB4157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6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32597" rtl="0" eaLnBrk="1" latinLnBrk="0" hangingPunct="1">
        <a:lnSpc>
          <a:spcPct val="90000"/>
        </a:lnSpc>
        <a:spcBef>
          <a:spcPct val="0"/>
        </a:spcBef>
        <a:buNone/>
        <a:defRPr sz="44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149" indent="-233149" algn="l" defTabSz="932597" rtl="0" eaLnBrk="1" latinLnBrk="0" hangingPunct="1">
        <a:lnSpc>
          <a:spcPct val="90000"/>
        </a:lnSpc>
        <a:spcBef>
          <a:spcPts val="1020"/>
        </a:spcBef>
        <a:buFont typeface="Arial" panose="020B0604020202020204" pitchFamily="34" charset="0"/>
        <a:buChar char="•"/>
        <a:defRPr sz="2856" kern="1200">
          <a:solidFill>
            <a:schemeClr val="tx1"/>
          </a:solidFill>
          <a:latin typeface="+mn-lt"/>
          <a:ea typeface="+mn-ea"/>
          <a:cs typeface="+mn-cs"/>
        </a:defRPr>
      </a:lvl1pPr>
      <a:lvl2pPr marL="699447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2pPr>
      <a:lvl3pPr marL="1165746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632044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4pPr>
      <a:lvl5pPr marL="2098342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5pPr>
      <a:lvl6pPr marL="2564641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6pPr>
      <a:lvl7pPr marL="3030939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7pPr>
      <a:lvl8pPr marL="3497237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8pPr>
      <a:lvl9pPr marL="3963535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1pPr>
      <a:lvl2pPr marL="466298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2pPr>
      <a:lvl3pPr marL="932597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3pPr>
      <a:lvl4pPr marL="1398895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4pPr>
      <a:lvl5pPr marL="1865193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5pPr>
      <a:lvl6pPr marL="2331491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6pPr>
      <a:lvl7pPr marL="2797790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7pPr>
      <a:lvl8pPr marL="3264088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8pPr>
      <a:lvl9pPr marL="3730386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5D37AB-5D1E-46DE-9141-870C961B50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44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730957-7BDB-439B-AA0D-0516076CA1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595ACB-5FB2-4ADB-B7FB-A2BFE4C747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3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343F88-D536-470F-90FE-2917804799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1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79068847A36D4E98C06071F25BEE09" ma:contentTypeVersion="19" ma:contentTypeDescription="Create a new document." ma:contentTypeScope="" ma:versionID="c3ef3cde67236ef507ae52956a6c526f">
  <xsd:schema xmlns:xsd="http://www.w3.org/2001/XMLSchema" xmlns:xs="http://www.w3.org/2001/XMLSchema" xmlns:p="http://schemas.microsoft.com/office/2006/metadata/properties" xmlns:ns1="http://schemas.microsoft.com/sharepoint/v3" xmlns:ns2="08901086-875f-4d26-9516-1e38fd01d4c0" xmlns:ns3="218cbc83-24d7-43ed-afce-15b9e680d992" xmlns:ns4="230e9df3-be65-4c73-a93b-d1236ebd677e" targetNamespace="http://schemas.microsoft.com/office/2006/metadata/properties" ma:root="true" ma:fieldsID="8aa14d027de73580974ea3452b4cb9b7" ns1:_="" ns2:_="" ns3:_="" ns4:_="">
    <xsd:import namespace="http://schemas.microsoft.com/sharepoint/v3"/>
    <xsd:import namespace="08901086-875f-4d26-9516-1e38fd01d4c0"/>
    <xsd:import namespace="218cbc83-24d7-43ed-afce-15b9e680d992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4:_dlc_DocId" minOccurs="0"/>
                <xsd:element ref="ns4:_dlc_DocIdUrl" minOccurs="0"/>
                <xsd:element ref="ns4:_dlc_DocIdPersistId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901086-875f-4d26-9516-1e38fd01d4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8cbc83-24d7-43ed-afce-15b9e680d9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_dlc_DocId" ma:index="15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6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7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218cbc83-24d7-43ed-afce-15b9e680d992" xsi:nil="true"/>
    <_dlc_DocId xmlns="230e9df3-be65-4c73-a93b-d1236ebd677e">MSFT-1341618704-6137</_dlc_DocId>
    <_dlc_DocIdUrl xmlns="230e9df3-be65-4c73-a93b-d1236ebd677e">
      <Url>https://microsoft.sharepoint.com/teams/ir/_layouts/15/DocIdRedir.aspx?ID=MSFT-1341618704-6137</Url>
      <Description>MSFT-1341618704-6137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0742FF-B867-499B-968D-B11E0ABFE9E2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24FB2DD8-D22D-4C3E-9573-8D4166336B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8901086-875f-4d26-9516-1e38fd01d4c0"/>
    <ds:schemaRef ds:uri="218cbc83-24d7-43ed-afce-15b9e680d992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D2356EF-A547-428C-835C-D418AF04FE29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purl.org/dc/elements/1.1/"/>
    <ds:schemaRef ds:uri="http://purl.org/dc/dcmitype/"/>
    <ds:schemaRef ds:uri="http://purl.org/dc/terms/"/>
    <ds:schemaRef ds:uri="218cbc83-24d7-43ed-afce-15b9e680d992"/>
    <ds:schemaRef ds:uri="08901086-875f-4d26-9516-1e38fd01d4c0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8AFD7C4A-635A-4058-97B6-F4AE4EDE94E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2020-10-26T20:42:24Z</dcterms:created>
  <dcterms:modified xsi:type="dcterms:W3CDTF">2020-10-26T21:08:25Z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0x0101007879068847A36D4E98C06071F25BEE09</vt:lpwstr>
  </property>
  <property fmtid="{D5CDD505-2E9C-101B-9397-08002B2CF9AE}" pid="3" name="_dlc_DocIdItemGuid">
    <vt:lpwstr>2191fa05-1ecb-4ee5-8911-7bc270d93c93</vt:lpwstr>
  </property>
</Properties>
</file>