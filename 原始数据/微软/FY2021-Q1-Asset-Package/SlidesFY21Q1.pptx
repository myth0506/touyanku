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436475" cy="6994525"/>
  <p:notesSz cx="7010400" cy="9296400"/>
  <p:defaultTextStyle>
    <a:defPPr>
      <a:defRPr lang="en-US"/>
    </a:defPPr>
    <a:lvl1pPr marL="0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1pPr>
    <a:lvl2pPr marL="466344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2pPr>
    <a:lvl3pPr marL="932688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3pPr>
    <a:lvl4pPr marL="1399032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4pPr>
    <a:lvl5pPr marL="1865376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5pPr>
    <a:lvl6pPr marL="2331720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6pPr>
    <a:lvl7pPr marL="2798064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7pPr>
    <a:lvl8pPr marL="3264408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8pPr>
    <a:lvl9pPr marL="3730752" algn="l" defTabSz="932688" rtl="0" eaLnBrk="1" latinLnBrk="0" hangingPunct="1">
      <a:defRPr sz="183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A72CA7-4F09-4ED8-B794-3B4621D5F779}" v="2" dt="2020-10-26T21:07:19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2A98-C5AA-423D-ACA7-8657921F3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65AFF-2D4A-43C0-BDAF-54B066CD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227CC-2E4F-4CE7-9D22-C49F1A230E8F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408C0-DCF3-49D0-BA88-09E4EF759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C2F91-9326-45DE-B3E1-56F43E32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FD397-C73F-46B5-91D4-13101F4C2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9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66B37-0CF6-411F-807E-DEA73D1E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008" y="372394"/>
            <a:ext cx="10726460" cy="1351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C61F7-6673-409A-8C48-F8F93730A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008" y="1861968"/>
            <a:ext cx="10726460" cy="4437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4095B-8C2F-4CE1-9940-6495B32FB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008" y="6482889"/>
            <a:ext cx="2798207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227CC-2E4F-4CE7-9D22-C49F1A230E8F}" type="datetimeFigureOut">
              <a:rPr lang="en-US" smtClean="0"/>
              <a:t>10/26/2020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3FE3E-B9F4-4E5A-919A-E87AA1F47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9583" y="6482889"/>
            <a:ext cx="4197310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D9FB9-D1D2-403C-BAE6-2215BD260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3260" y="6482889"/>
            <a:ext cx="2798207" cy="3723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FD397-C73F-46B5-91D4-13101F4C2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2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32597" rtl="0" eaLnBrk="1" latinLnBrk="0" hangingPunct="1">
        <a:lnSpc>
          <a:spcPct val="90000"/>
        </a:lnSpc>
        <a:spcBef>
          <a:spcPct val="0"/>
        </a:spcBef>
        <a:buNone/>
        <a:defRPr sz="44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149" indent="-233149" algn="l" defTabSz="932597" rtl="0" eaLnBrk="1" latinLnBrk="0" hangingPunct="1">
        <a:lnSpc>
          <a:spcPct val="90000"/>
        </a:lnSpc>
        <a:spcBef>
          <a:spcPts val="1020"/>
        </a:spcBef>
        <a:buFont typeface="Arial" panose="020B0604020202020204" pitchFamily="34" charset="0"/>
        <a:buChar char="•"/>
        <a:defRPr sz="2856" kern="1200">
          <a:solidFill>
            <a:schemeClr val="tx1"/>
          </a:solidFill>
          <a:latin typeface="+mn-lt"/>
          <a:ea typeface="+mn-ea"/>
          <a:cs typeface="+mn-cs"/>
        </a:defRPr>
      </a:lvl1pPr>
      <a:lvl2pPr marL="699447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2pPr>
      <a:lvl3pPr marL="1165746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632044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2098342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564641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3030939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497237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963535" indent="-233149" algn="l" defTabSz="932597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1pPr>
      <a:lvl2pPr marL="466298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2pPr>
      <a:lvl3pPr marL="932597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3pPr>
      <a:lvl4pPr marL="1398895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1865193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331491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2797790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264088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730386" algn="l" defTabSz="932597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F4A03-4F94-4D91-B0EF-760614C2FE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9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9DD024-110D-41C0-A642-882FCD8B85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7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E3FCC-0B21-4FCF-B73E-A21D449625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8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E53B5-6525-438B-8D0F-2C3D3A9959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6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9B42B-6063-4748-BD26-03F787A10E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69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AC846-7A06-4DF6-AEFB-22E7C4DED1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E08097-1C7F-465A-AD98-43BBB36DDB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81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E22A2-7F91-43EA-ADBA-D084717A79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81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739659-72B9-4EBC-BF08-EF7097C159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8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7E0BD6-93D7-4F10-B59E-9C2385282D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1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2C4FC3-62D3-4CDA-B076-AEECF9E553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7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785B9-5018-4D4D-A3E1-545F1FA34D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2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6B390-8A5B-4915-89E8-C83D3E2DC4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2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2FAA7-EEE1-4610-B4AB-03715F80BA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5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638C2A-98CB-4B5A-AB81-77F26AEAC4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38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86B209-A791-47B7-8391-B729C57BFB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67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A80D79-8114-44BB-B259-6AD5F40C00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85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C58DB-7096-4D8E-9231-5F720CA8A4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04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6B47B4-558B-4F3E-B3C4-CC2D6022BE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9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C63E9F-013C-4D31-A4A3-C6BB2ED01B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04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24415-DC2F-4DE5-9CE7-2E2767B2BCD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36475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6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79068847A36D4E98C06071F25BEE09" ma:contentTypeVersion="19" ma:contentTypeDescription="Create a new document." ma:contentTypeScope="" ma:versionID="c3ef3cde67236ef507ae52956a6c526f">
  <xsd:schema xmlns:xsd="http://www.w3.org/2001/XMLSchema" xmlns:xs="http://www.w3.org/2001/XMLSchema" xmlns:p="http://schemas.microsoft.com/office/2006/metadata/properties" xmlns:ns1="http://schemas.microsoft.com/sharepoint/v3" xmlns:ns2="08901086-875f-4d26-9516-1e38fd01d4c0" xmlns:ns3="218cbc83-24d7-43ed-afce-15b9e680d992" xmlns:ns4="230e9df3-be65-4c73-a93b-d1236ebd677e" targetNamespace="http://schemas.microsoft.com/office/2006/metadata/properties" ma:root="true" ma:fieldsID="8aa14d027de73580974ea3452b4cb9b7" ns1:_="" ns2:_="" ns3:_="" ns4:_="">
    <xsd:import namespace="http://schemas.microsoft.com/sharepoint/v3"/>
    <xsd:import namespace="08901086-875f-4d26-9516-1e38fd01d4c0"/>
    <xsd:import namespace="218cbc83-24d7-43ed-afce-15b9e680d99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4:_dlc_DocId" minOccurs="0"/>
                <xsd:element ref="ns4:_dlc_DocIdUrl" minOccurs="0"/>
                <xsd:element ref="ns4:_dlc_DocIdPersistId" minOccurs="0"/>
                <xsd:element ref="ns1:_ip_UnifiedCompliancePolicyProperties" minOccurs="0"/>
                <xsd:element ref="ns1:_ip_UnifiedCompliancePolicyUIAc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901086-875f-4d26-9516-1e38fd01d4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cbc83-24d7-43ed-afce-15b9e680d9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_dlc_DocId" ma:index="15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6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7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218cbc83-24d7-43ed-afce-15b9e680d992" xsi:nil="true"/>
    <_dlc_DocId xmlns="230e9df3-be65-4c73-a93b-d1236ebd677e">MSFT-1341618704-6136</_dlc_DocId>
    <_dlc_DocIdUrl xmlns="230e9df3-be65-4c73-a93b-d1236ebd677e">
      <Url>https://microsoft.sharepoint.com/teams/ir/_layouts/15/DocIdRedir.aspx?ID=MSFT-1341618704-6136</Url>
      <Description>MSFT-1341618704-6136</Description>
    </_dlc_DocIdUrl>
  </documentManagement>
</p:properties>
</file>

<file path=customXml/itemProps1.xml><?xml version="1.0" encoding="utf-8"?>
<ds:datastoreItem xmlns:ds="http://schemas.openxmlformats.org/officeDocument/2006/customXml" ds:itemID="{AC8E93B8-BEB6-4B7B-92A2-16C0E409C5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4EB65E-030D-434C-B881-3DF980BF7C3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1EB9426-9C7B-4431-8981-4B4CE3C9E8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8901086-875f-4d26-9516-1e38fd01d4c0"/>
    <ds:schemaRef ds:uri="218cbc83-24d7-43ed-afce-15b9e680d99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91EAD0A8-F9CE-4192-9753-A35F167EE68B}">
  <ds:schemaRefs>
    <ds:schemaRef ds:uri="http://schemas.microsoft.com/sharepoint/v3"/>
    <ds:schemaRef ds:uri="218cbc83-24d7-43ed-afce-15b9e680d992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230e9df3-be65-4c73-a93b-d1236ebd677e"/>
    <ds:schemaRef ds:uri="08901086-875f-4d26-9516-1e38fd01d4c0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2020-10-26T20:36:24Z</dcterms:created>
  <dcterms:modified xsi:type="dcterms:W3CDTF">2020-10-26T21:07:20Z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0x0101007879068847A36D4E98C06071F25BEE09</vt:lpwstr>
  </property>
  <property fmtid="{D5CDD505-2E9C-101B-9397-08002B2CF9AE}" pid="3" name="_dlc_DocIdItemGuid">
    <vt:lpwstr>18e6f70a-02fc-4306-9aaa-6c6bdf283ea5</vt:lpwstr>
  </property>
</Properties>
</file>